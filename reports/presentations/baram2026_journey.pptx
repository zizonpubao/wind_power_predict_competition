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채택 경로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6"/>
                    </a:solidFill>
                    <a:latin typeface="Malgun Gothi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07-22
튜닝 LGBM</c:v>
                  </c:pt>
                  <c:pt idx="1">
                    <c:v>07-23
분위수+결정</c:v>
                  </c:pt>
                  <c:pt idx="2">
                    <c:v>07-23
3-way 블렌드</c:v>
                  </c:pt>
                  <c:pt idx="3">
                    <c:v>07-24
배수재보정 half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0.6091</c:v>
                </c:pt>
                <c:pt idx="1">
                  <c:v>0.6126</c:v>
                </c:pt>
                <c:pt idx="2">
                  <c:v>0.6227</c:v>
                </c:pt>
                <c:pt idx="3">
                  <c:v>0.628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top-20 목표</c:v>
                </c:pt>
              </c:strCache>
            </c:strRef>
          </c:tx>
          <c:spPr>
            <a:solidFill>
              <a:srgbClr val="F96167"/>
            </a:solidFill>
            <a:ln w="3810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6"/>
                    </a:solidFill>
                    <a:latin typeface="Malgun Gothi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07-22
튜닝 LGBM</c:v>
                  </c:pt>
                  <c:pt idx="1">
                    <c:v>07-23
분위수+결정</c:v>
                  </c:pt>
                  <c:pt idx="2">
                    <c:v>07-23
3-way 블렌드</c:v>
                  </c:pt>
                  <c:pt idx="3">
                    <c:v>07-24
배수재보정 half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0.655</c:v>
                </c:pt>
                <c:pt idx="1">
                  <c:v>0.655</c:v>
                </c:pt>
                <c:pt idx="2">
                  <c:v>0.655</c:v>
                </c:pt>
                <c:pt idx="3">
                  <c:v>0.655</c:v>
                </c:pt>
              </c:numCache>
            </c:numRef>
          </c:val>
          <c:smooth val="0"/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6"/>
                  </a:solidFill>
                  <a:latin typeface="Malgun Gothic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6"/>
          <c:min val="0.6"/>
        </c:scaling>
        <c:delete val="0"/>
        <c:axPos val="l"/>
        <c:majorGridlines>
          <c:spPr>
            <a:ln w="6350" cap="flat">
              <a:solidFill>
                <a:srgbClr val="E3EAF0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B7A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BARAM 2026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풍력발전량 예측 AI 경진대회 — 프로젝트 여정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리더보드 0.6091 → 0.6280, 그리고 그 사이에서 배운 것들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과제:  기상예보(LDAPS/GFS)로 3개 KPX 풍력그룹의 시간당 발전량(kWh) 예측 (2025년 8,760시간)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 ① ML 학습 자료  ② 2차 발표평가(8/14 제출) 초안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작성:  2026-08-07 (마감 D-7)  ·  근거: reports/experiment_queue.md 결과 장부 + git log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문제 정의 — 무엇을 맞히면 점수가 되는가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대상: 2025-01-01 01:00 ~ 2026-01-01 00:00, 시간 단위 8,760행 × 3그룹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EDF4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과제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502920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입력: 기상예보만 — LDAPS(국지, 16격자·~1.5km) + GFS(전지구, 9격자·0.25°)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kpx_group_1/2/3의 시간당 발전량(kWh)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설비용량: g1/g2 = 21,600kWh, g3 = 21,000kWh (오차율의 분모)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SCADA(터빈 실측)는 학습기간에만 존재 → test 입력으로 사용 불가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E6F7F1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00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산식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1993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점수 = 0.5 × (1−NMAE) + 0.5 × FICR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450592"/>
            <a:ext cx="49377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NMAE(정규화 평균절대오차) = 평균(|예측−실제| ÷ 설비용량)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FICR(정산금획득률) = 획득 정산금 ÷ 이론상 최대 정산금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발전량이 설비용량의 10% 이상인 시간만 채점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FICR 정산 단가 — 계단식(불연속) 지표라는 점이 전략의 핵심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92040"/>
          <a:ext cx="84124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463040"/>
                <a:gridCol w="201168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시간대별 오차율 (|예측−실제|÷용량)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6% 이하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6% 초과 ~ 8% 이하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8% 초과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 단가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7D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4원/kWh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3원/kWh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0원 (정산금 없음)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오차율을 3%에서 5%로 줄여도 단가는 그대로 4원. 6%/8% "문턱을 넘느냐"가 돈을 결정한다.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데이터의 함정 — 예보에는 시각이 두 개 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구분이 이 프로젝트 correctness(정합성)의 뿌리 — 검증 설계 전체가 여기서 출발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1600200"/>
          </a:xfrm>
          <a:prstGeom prst="roundRect">
            <a:avLst>
              <a:gd name="adj" fmla="val 4571"/>
            </a:avLst>
          </a:prstGeom>
          <a:solidFill>
            <a:srgbClr val="EDF4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106984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forecast_kst_dtm  =  예측 "대상" 시각 (예: 내일 14시의 바람)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data_available_kst_dtm  =  그 예보를 실제로 "쓸 수 있게 된" 시각 (전날 09시 발표분이 13시부터 가용)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data_available_kst_dtm을 공유하는 24개 시각 = 한 "발표 묶음" — 실전에서 한 번에 받는 정보 단위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DECE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29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Leakage(정보 누수)란?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50292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데이터에 대해 "실전이라면 몰랐을 미래 정보"가 학습에 섞여 들어가는 것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단위 랜덤 셔플로 나누면 같은 발표묶음의 이웃 시각이 학습/검증 양쪽에 들어감 → 점수가 허위로 좋아짐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데이터 자체는 leakage 0건 확인 — 위험은 전적으로 "우리가 만드는 분할"에 있었다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324612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E6F7F1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3429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7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해법 — 발표묶음 단위 CV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3840480"/>
            <a:ext cx="49377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CV(교차검증): 데이터를 여러 조각으로 나눠 번갈아 검증하는 성능 추정법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발표묶음이 fold 경계를 절대 넘지 않게 시간순 5-fold, expanding window(과거로만 학습)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LSTM/Transformer의 시퀀스 단위도 "달력 하루"가 아니라 발표묶음 24시간으로 통일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규칙: 직접 train_test_split 금지 — 반드시 이 분할기 사용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5989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src/validation/splitter.py :: BlockTimeSeriesSplit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파이프라인 한 장 요약 — 데이터에서 제출까지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단계가 점수에 실제로 기여한 몫과 코드 위치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EDF4F9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691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예보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12648" y="210312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LDAPS 16격자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GFS 9격자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(long format)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12648" y="342900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src/data/loaders.py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51176" y="24231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88920" y="155448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EDF4F9"/>
          </a:solidFill>
          <a:ln/>
        </p:spPr>
      </p:sp>
      <p:sp>
        <p:nvSpPr>
          <p:cNvPr id="10" name="Text 8"/>
          <p:cNvSpPr/>
          <p:nvPr/>
        </p:nvSpPr>
        <p:spPr>
          <a:xfrm>
            <a:off x="2898648" y="1691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 생성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898648" y="210312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IDW 격자집계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파워커브·롤링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141→65개 선택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98648" y="342900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src/features/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37176" y="24231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74920" y="155448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EDF4F9"/>
          </a:solidFill>
          <a:ln/>
        </p:spPr>
      </p:sp>
      <p:sp>
        <p:nvSpPr>
          <p:cNvPr id="15" name="Text 13"/>
          <p:cNvSpPr/>
          <p:nvPr/>
        </p:nvSpPr>
        <p:spPr>
          <a:xfrm>
            <a:off x="5184648" y="1691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모델 학습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184648" y="210312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GBM 9-분위수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LSTM / Transformer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(그룹별 개별 학습)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84648" y="342900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src/models/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123176" y="24231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60920" y="155448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E6F7F1"/>
          </a:solidFill>
          <a:ln/>
        </p:spPr>
      </p:sp>
      <p:sp>
        <p:nvSpPr>
          <p:cNvPr id="20" name="Text 18"/>
          <p:cNvSpPr/>
          <p:nvPr/>
        </p:nvSpPr>
        <p:spPr>
          <a:xfrm>
            <a:off x="7470648" y="1691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+ 블렌드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470648" y="210312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기대효용 최대화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0.35·0.35·0.30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가중 평균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70648" y="342900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src/ensembling/blend_search.py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409176" y="24231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46920" y="155448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E6F7F1"/>
          </a:solidFill>
          <a:ln/>
        </p:spPr>
      </p:sp>
      <p:sp>
        <p:nvSpPr>
          <p:cNvPr id="25" name="Text 23"/>
          <p:cNvSpPr/>
          <p:nvPr/>
        </p:nvSpPr>
        <p:spPr>
          <a:xfrm>
            <a:off x="9756648" y="1691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배수 재보정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756648" y="210312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그룹별 단일 배수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절반 강도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clip(0, 용량)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756648" y="342900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src/ensembling/recalibrate.py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411480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1148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밑바탕:  </a:t>
            </a:r>
            <a:pPr indent="0" marL="0">
              <a:buNone/>
            </a:pPr>
            <a:r>
              <a:rPr lang="en-US" sz="13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발표묶음 단위 leakage-safe CV(BlockTimeSeriesSplit) + 공식 지표 구현(src/evaluation/metrics.py) — 모든 실험이 같은 자로 비교됨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기여 분해 (실전 리더보드)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" y="54864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+0.0035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685800" y="6263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분위수+결정이론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(0.6091→0.6126)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520440" y="54864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+0.0101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3520440" y="6263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3-way 블렌드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(0.6126→0.6227)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55080" y="54864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7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+0.0053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6355080" y="6263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배수 재보정 half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(0.6227→0.6280)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189720" y="54864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±0.000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9189720" y="6263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피처확장·튜닝 등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(전부 노이즈)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피처 엔지니어링 — 격자를 터빈 위치의 한 줄로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입력은 1시각 1행이어야 하는데 원본은 격자당 1행 — 공간 집계가 첫 단추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EDF4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IDW 공간 집계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56816"/>
            <a:ext cx="50292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IDW(역거리 가중): 터빈 무게중심에 가까운 격자일수록 가중 1/거리² — 그룹 대표 풍속 생성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최근접 격자값도 별도 피처로 병행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LDAPS가 주 피처: 풍속-발전 상관 0.73 vs GFS 0.55 (해상도 1.5km vs 0.25° 차이)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EDF4F9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지식을 피처로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1956816"/>
            <a:ext cx="493776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u/v 벡터 → 풍속 √(u²+v²), 풍향 sin/cos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파워커브 변환: 풍속→출력은 S자 비선형(cut-in ~3m/s 이하 0, rated ~12m/s 이상 포화) — 이 곡선을 피처로 미리 계산해 트리가 쉽게 배우게 함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발표묶음 내 3/6/12/24h 롤링 평균·표준편차 (예보의 추세·변동성)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11155680" cy="1965960"/>
          </a:xfrm>
          <a:prstGeom prst="roundRect">
            <a:avLst>
              <a:gd name="adj" fmla="val 3721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330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 선택(pruning) — 많다고 좋은 게 아니다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~141개 → LightGBM gain(기여도) 누적 95% 기준으로 그룹별 ~65개로 축소 (configs/selected_features.json)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 2만행 데이터 대비 141피처의 과적합 위험 축소. 효과는 +0.0006으로 미미했지만 무해 → 채택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추가한 물리피처(공기밀도 ρ, ρv³, 전단, 격자분산 등)는 대부분 노이즈 — 이유는 뒤의 천장 분석에서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src/features/weather_features.py · power_curve · lag_rolling · feature_selection.py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핵심 기법 ① — 분위수 회귀 + 결정이론으로 FICR 계단을 직접 겨냥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"오차를 줄인다"가 아니라 "정산금 기대값을 최대화하는 한 점을 고른다"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DF4F9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62763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61288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분포를 예측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LightGBM 9개를 분위수 회귀(quantile regression)로 학습 — 평균이 아니라 5%·15%·…·95% 지점을 각각 예측해 시각별 발전량의 "분포"를 얻음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DF4F9"/>
          </a:solidFill>
          <a:ln/>
        </p:spPr>
      </p:sp>
      <p:sp>
        <p:nvSpPr>
          <p:cNvPr id="10" name="Shape 8"/>
          <p:cNvSpPr/>
          <p:nvPr/>
        </p:nvSpPr>
        <p:spPr>
          <a:xfrm>
            <a:off x="4489704" y="162763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489704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pmf로 변환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07992" y="2121408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분위수를 확률질량함수(pmf)로 근사 — "이 시각 발전량이 이 구간일 확률"의 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47304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DF4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11896" y="162763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11896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05672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기대효용 최대화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0184" y="2121408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0~용량 후보 격자마다 공식 점수 0.5(1-NMAE)+0.5FICR의 기대값을 계산, 최대인 점을 제출값으로 선택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840480"/>
            <a:ext cx="7406640" cy="2286000"/>
          </a:xfrm>
          <a:prstGeom prst="roundRect">
            <a:avLst>
              <a:gd name="adj" fmla="val 3200"/>
            </a:avLst>
          </a:prstGeom>
          <a:solidFill>
            <a:srgbClr val="E6F7F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995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7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평균/중앙값보다 돈이 되나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370832"/>
            <a:ext cx="694944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FICR은 계단 지표: 오차율 6%/8% 문턱을 넘느냐만 단가(4/3/0원)를 바꿈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MAE 최소화(중앙값)는 "평균적으로 가깝게"만 함 — 문턱 통과 확률은 별개 문제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분포를 알면 "어느 점에 걸어야 6% 이내에 들어올 확률이 최대인가"를 직접 계산 가능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불확실성이 큰 시각엔 안전한 쪽으로, 확실한 시각엔 공격적으로 — 시각별 맞춤 결정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83880" y="384048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4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8183880" y="4114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0.6126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183880" y="4892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리더보드 (07-23)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기준점 0.6091 대비 +0.0035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모델 중 최강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724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src/models/lgbm_quantile_model.py + src/ensembling/decision_optimize.py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핵심 기법 ② — 3-way 블렌드: 서로 다르게 틀리는 모델들의 상쇄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블렌드(blend) = 여러 모델의 예측을 가중 평균해 하나의 예측으로 합치는 것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  <a:gridCol w="173736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점수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블렌드 가중치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GBM 9-분위수 + 결정최적화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LightGBM, 분포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0.6038 (최강)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LSTM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양방향 seq2seq, 발표묶음 24h 단위, 6시드 배깅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0.5953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2층 인코더 + 위치인코딩, 4시드 배깅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0.5963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429000"/>
            <a:ext cx="7406640" cy="2606040"/>
          </a:xfrm>
          <a:prstGeom prst="roundRect">
            <a:avLst>
              <a:gd name="adj" fmla="val 2807"/>
            </a:avLst>
          </a:prstGeom>
          <a:solidFill>
            <a:srgbClr val="EDF4F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35844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약한 모델을 섞는데 점수가 오르나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959352"/>
            <a:ext cx="69494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"다양성": GBM(표 기반)과 신경망(24h 시퀀스 통째 예측)은 오차의 방향·패턴이 다름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한쪽이 위로 틀릴 때 다른 쪽이 아래로 틀리면 평균에서 오차가 상쇄됨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GBM 단독 0.6126 → 블렌드 0.6227 (+0.0101, 이 프로젝트 최대 단일 개선)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반전: CV로 정교하게 최적화한 가중치(nested-LOFO)는 실전 0.6172로 오히려 단순 고정 가중치(0.6227)에 짐 — "CV ≠ 리더보드"의 첫 신호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83880" y="3429000"/>
            <a:ext cx="3474720" cy="2606040"/>
          </a:xfrm>
          <a:prstGeom prst="roundRect">
            <a:avLst>
              <a:gd name="adj" fmla="val 2807"/>
            </a:avLst>
          </a:prstGeom>
          <a:solidFill>
            <a:srgbClr val="F4F7FA"/>
          </a:solidFill>
          <a:ln/>
        </p:spPr>
      </p:sp>
      <p:sp>
        <p:nvSpPr>
          <p:cNvPr id="9" name="Text 6"/>
          <p:cNvSpPr/>
          <p:nvPr/>
        </p:nvSpPr>
        <p:spPr>
          <a:xfrm>
            <a:off x="8183880" y="3749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0.6227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183880" y="4526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리더보드 (07-23)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0.35·LSTM + 0.35·Transformer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+ 0.30·GBM (고정 가중)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" y="6217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src/ensembling/blend_search.py  (v14 고정 가중치)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핵심 기법 ③ — 배수 재보정: 자유도가 운명을 가른다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→ 처방 → 강도 조절, 3단계로 만든 현재 최고 점수 0.6280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DF4F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184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진단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OOF(학습에 안 쓴 fold 예측) 오차 분석: 예측이 전 구간에서 체계적으로 6~12% 낮음. 모델이 손실 최소화 과정에서 "평균으로 회귀"한 탓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4630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DF4F9"/>
          </a:solidFill>
          <a:ln/>
        </p:spPr>
      </p:sp>
      <p:sp>
        <p:nvSpPr>
          <p:cNvPr id="8" name="Text 6"/>
          <p:cNvSpPr/>
          <p:nvPr/>
        </p:nvSpPr>
        <p:spPr>
          <a:xfrm>
            <a:off x="4507992" y="16184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처방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07992" y="20116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그룹별 "단일 배수" 하나로 예측 전체를 위로 스케일. 파라미터가 그룹당 1개뿐이라 과적합이 원천적으로 불가능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47304" y="14630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6F7F1"/>
          </a:solidFill>
          <a:ln/>
        </p:spPr>
      </p:sp>
      <p:sp>
        <p:nvSpPr>
          <p:cNvPr id="11" name="Text 9"/>
          <p:cNvSpPr/>
          <p:nvPr/>
        </p:nvSpPr>
        <p:spPr>
          <a:xfrm>
            <a:off x="8330184" y="16184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강도 조절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30184" y="20116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 최적 배수를 그대로 쓰지 않고 절반만 적용: applied = 1 + 0.5·(배수−1). OOF는 4/5 데이터 모델의 편향이라 실제보다 과대추정되기 때문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7490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"사후보정"인데 결과가 갈린 이유 — 파라미터 수(자유도)의 차이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160520"/>
          <a:ext cx="111556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554480"/>
                <a:gridCol w="237744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보정 방법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자유도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실전 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isotonic 회귀 (구간별 유연 보정)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수십 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CV에선 좋아 보였으나 실전 실패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fold 노이즈에 과적합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배수 × 강도 1.0 (full)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그룹당 1개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0.6205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과보정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배수 × 강도 0.5 (half)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그룹당 1개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7D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0.6280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7D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현재 최고 (+0.0053)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g3만 배수 추가 상향 (g3fix)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그룹당 1개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0.6271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역시 과보정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교훈: 유연한 보정일수록 검증 노이즈까지 학습해 실전에서 무너진다. 파라미터 1개짜리는 애초에 외울 것이 없다.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점수 여정 — 채택된 세 번의 도약과 그 사이의 실패들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리더보드(Public 40%) 실측 점수. 출처: reports/experiment_queue.md 결과 장부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630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463040"/>
            <a:ext cx="3931920" cy="4480560"/>
          </a:xfrm>
          <a:prstGeom prst="roundRect">
            <a:avLst>
              <a:gd name="adj" fmla="val 1860"/>
            </a:avLst>
          </a:prstGeom>
          <a:solidFill>
            <a:srgbClr val="F4F7FA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627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도약과 실패 사이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55280" y="2057400"/>
            <a:ext cx="3520440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+0.0035  분위수+결정이론 (지표 구조 공략)</a:t>
            </a:r>
            <a:endParaRPr lang="en-US" sz="115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+0.0101  3-way 블렌드 (다양성)</a:t>
            </a:r>
            <a:endParaRPr lang="en-US" sz="115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+0.0053  배수 재보정 half (편향 교정)</a:t>
            </a:r>
            <a:endParaRPr lang="en-US" sz="115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기간 실패 제출: nested-LOFO 0.6172, gbm20 가중 0.6214, full 재보정 0.6205, g3fix 0.6271</a:t>
            </a:r>
            <a:endParaRPr lang="en-US" sz="115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0.655까지 −0.027 — 후처리로는 닫히지 않는 갭(→천장 분석)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도약의 공통점: "더 복잡한 모델"이 아니라 지표 구조·모델 다양성·체계적 편향이라는 구조적 통찰이었다.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실패 갤러리 ① — 피처·외부데이터: 넣을수록 노이즈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실패는 이 프로젝트 학습 가치의 절반 — 미화 없이 기록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657600"/>
                <a:gridCol w="3749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허브높이 외삽·캘린더·lead_hours (Phase A)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10m 풍속을 허브 높이로 올리고 시간 패턴 추가하면 신호 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악화 → 미채택 (코드만 보존)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물리피처 5종 (공기밀도 ρ, ρv³, 전단, 풍향섹터, 격자분산)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제1원리 물리량이 트리에게 지름길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노이즈, g2만 미세↑ → 미채택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SCADA 기반 파워커브 재추정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실측으로 곡선을 정밀화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 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석포 AWS 외부 관측소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인근 실측 기상이 예보 오차 보정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신호 0 → 폐기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ECMWF 예보 추가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나은 NWP(수치예보)가 유일한 돌파구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아카이브가 2024-05부터라 학습 커버리지 부족 — 부분커버 실험만 대기열에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웨이크 피처 (g1→g2 후류)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 단지가 뒷 단지 바람을 가림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7D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g2 소폭 개선 → 유일하게 채택 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4924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3492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것:  </a:t>
            </a:r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실패의 공통 원인은 나중에 천장 분석으로 밝혀짐 — 잔여 오차를 설명할 수 있는 변수(격자분산, 일사량, 경계층높이)는 이미 모델 안에 있었다. "피처가 부족해서"가 아니라 "예보 자체가 실제 발전을 그만큼만 결정하기 때문"이었다.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실패 갤러리 ② — CV ≠ 리더보드: 미세 최적화의 배신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 최대 교훈 — 검증 점수로 고른 "최적"이 실전에서 세 번 연속 짐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566160"/>
                <a:gridCol w="356616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CV가 고른 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단순한 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실전 승자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블렌드 가중치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nested-LOFO 최적화 → 0.6172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균등에 가까운 가중 → 0.6227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7D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 (+0.0055)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재보정 강도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OOF 최적 배수 그대로(full) → 0.6205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절반 강도(half) → 0.6280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7D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 (+0.0075)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보정 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isotonic (구간별 유연 곡선) → 실전 실패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배수 1개 → 성공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7D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9476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EDF4F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3950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이런 일이 생기나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4334256"/>
            <a:ext cx="5029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CV의 fold 간 표준편차 ~0.02 — 우리가 다투는 개선폭(0.002~0.01)보다 큼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노이즈 위에서 "최적"을 고르면 노이즈에 맞춘 답을 고르게 됨 (선택 과적합)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 배수도 4/5 데이터 모델의 편향이라 refit 모델엔 과대추정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379476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E6F7F1"/>
          </a:solidFill>
          <a:ln/>
        </p:spPr>
      </p:sp>
      <p:sp>
        <p:nvSpPr>
          <p:cNvPr id="9" name="Text 6"/>
          <p:cNvSpPr/>
          <p:nvPr/>
        </p:nvSpPr>
        <p:spPr>
          <a:xfrm>
            <a:off x="6537960" y="3950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7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세운 판단 규칙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37960" y="4334256"/>
            <a:ext cx="49377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 개선은 노이즈밴드(~0.02)를 넘어야 진짜로 간주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원리적으로 단순·견고한 선택을 기본값으로 (자유도 최소화)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미세 차이의 최종 판정은 리더보드로 — 이것이 후일 "일일 프로브 체제"의 논리적 출발점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실패 갤러리 ③ — 모델·손실함수 쪽 시도들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log에 전부 남아 있음 — "no gain, not adopted"도 커밋이다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904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NN 하이퍼파라미터 튜닝 (Optuna)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00600" y="1472184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LSTM/Transformer 자동 탐색 — CV 개선이 노이즈밴드 이내. 튜닝은 신호가 남아있을 때만 값어치가 있다.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52760" y="1691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ff9adbe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441448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14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FICR-surrogate 손실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2496312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6%/8% 절벽을 손실함수에 직접 넣기 — 절벽항이 그래디언트를 교란해 예측 자체가 나빠짐. 계단 지표는 손실이 아니라 "결정 단계"에서 다루는 게 옳았다.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52760" y="2715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5921013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465576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3872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비대칭 손실 LightGBM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3520440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과소예측에 페널티 가중 — 결정이론 단계가 이미 같은 역할을 흡수하고 있어 중복, 무효.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652760" y="37398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adddd05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4489704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6285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분포 앙상블 + 단일 결정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4544568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블렌드를 점추정이 아닌 분포 수준에서 합치기 — CV 무이득. 복잡성만 증가.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52760" y="47640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33943a0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5513832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58698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/ CatBoost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5568696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LightGBM 대비 약해서 블렌드에서도 기각 — 다양성도 "기본 실력"이 있어야 기여한다.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652760" y="57881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f511cfe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천장 분석 — 왜 0.63 근처에서 막혔나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"모델이 부족한가, 데이터가 부족한가"를 정량으로 판별 (scratchpad/ceiling_analysis.py, 07-24)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13~15%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모델의 NMAE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(그룹별)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297680" y="15544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29768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"예보풍속만 쓴 오라클"의 NMAE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우리가 이미 2.4~3.6%p 우수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92440" y="15544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±20%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09244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예보풍속 구간(bin) 안에서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발전량의 산포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291840"/>
            <a:ext cx="11155680" cy="2103120"/>
          </a:xfrm>
          <a:prstGeom prst="roundRect">
            <a:avLst>
              <a:gd name="adj" fmla="val 3478"/>
            </a:avLst>
          </a:prstGeom>
          <a:solidFill>
            <a:srgbClr val="EDF4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472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831336"/>
            <a:ext cx="106070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풍속 외 신호까지 이미 잘 쓰고 있음 (오라클보다 정확) → "모델 문제"가 아니다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예보풍속인데 실제 발전이 ±20% 흔들림 → 예보 자체가 실제를 그만큼만 결정함 = 예보 품질의 한계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내 잔여를 설명할 후보 변수(격자분산, 일사 dswrf, 경계층 blh)는 이미 피처에 포함 → 물리피처 재추가가 노이즈였던 이유가 여기서 설명됨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557784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E6F7F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5778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 </a:t>
            </a:r>
            <a:pPr indent="0" marL="0">
              <a:buNone/>
            </a:pPr>
            <a:r>
              <a:rPr lang="en-US" sz="130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주어진 LDAPS/GFS에서 추출 가능한 신호는 거의 소진. 남은 갭은 피처·튜닝·후처리로 못 넘고, 더 나은 예보(ECMWF 등)가 필요 — 그래서 전략을 "리더보드 프로브 체제"로 전환했다.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현재 체제 — 하루 5회 제출을 "실험 장비"로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CV는 ±0.002 차이를 못 가르지만, 리더보드는 0.0001 단위로 가른다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DF4F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184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아침 배치 (cron 08:23)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대기열 상위 항목부터 제출 후보 5개 CSV 자동 생성. 후보 1개당 검증 변수는 정확히 1개 — 원인 식별 가능하게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4630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DF4F9"/>
          </a:solidFill>
          <a:ln/>
        </p:spPr>
      </p:sp>
      <p:sp>
        <p:nvSpPr>
          <p:cNvPr id="8" name="Text 6"/>
          <p:cNvSpPr/>
          <p:nvPr/>
        </p:nvSpPr>
        <p:spPr>
          <a:xfrm>
            <a:off x="4507992" y="16184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사용자 제출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07992" y="21488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5개를 DACON에 제출, 점수를 대화에 회신. 안전망: 현재 최고 0.6280은 항상 "제출선택"에 유지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47304" y="14630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DF4F9"/>
          </a:solidFill>
          <a:ln/>
        </p:spPr>
      </p:sp>
      <p:sp>
        <p:nvSpPr>
          <p:cNvPr id="11" name="Text 9"/>
          <p:cNvSpPr/>
          <p:nvPr/>
        </p:nvSpPr>
        <p:spPr>
          <a:xfrm>
            <a:off x="8330184" y="16184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저녁 정산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30184" y="21488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장부(experiment_queue.md)에 기록. 이긴 방향은 후속 실험 파생, 진 방향 폐기. ±0.001은 정직하게 "무승부"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7033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8/7 배치 — 오늘 리더보드에서 판정 대기 중인 5개 프로브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114800"/>
          <a:ext cx="111556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315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검증하는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결정최적화 w_ficr=0.6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FICR 가중 상향이 실전 FICR을 더 버는가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재보정 배수 (절반 강도)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과소예측 편향의 계절성(겨울↑여름↓) 반영이 이득인가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재보정 강도 0.6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강도 곡선 0.5(0.6280)↔1.0(0.6205) 사이 피크 위치 탐색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물리승자 GBM 스왑 블렌드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물리 피처의 CV +0.0012(노이즈)를 리더보드로 해상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블렌드 GBM 가중 0.25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0.20/0.30 사이 미확인 지점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D-7 — 남은 계획과 세 가지 교훈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 2026-08-14(금) 10:00 · 2차 발표평가 산출물 제출 8/14~8/17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2B356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7일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98348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F0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8/7 배치 5개 정산 → 이긴 방향으로 후속 프로브 파생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F0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대기열 상위: ECMWF 부분커버 피처(LightGBM의 NaN 네이티브 처리 활용), 19-분위수 GBM, 결정 격자 해상도 201, GBM 시드 배깅, 풍속 quantile-mapping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F0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5 프로브 × 7일 = 최대 35회의 실전 실험 기회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F0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기록 갱신 시에만 "제출선택" 교체 — 안전망 0.6280 유지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F0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8/14 이후: 2차 발표평가 자료 (이 덱이 초안)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2B356E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프로젝트가 가르쳐 준 세 가지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48920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9F0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지표의 구조를 직접 공략하라 — FICR 계단(6%/8%)을 겨냥한 분위수+결정이론이 단순 오차 최소화보다 돈이 됐다 (+0.0035).</a:t>
            </a:r>
            <a:endParaRPr lang="en-US" sz="125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9F0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자유도가 적을수록 실전 전이가 잘 된다 — CV로 미세 최적화한 선택은 세 번 배신했고, 고정 가중·1-파라미터 배수가 이겼다.</a:t>
            </a:r>
            <a:endParaRPr lang="en-US" sz="125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9F0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천장을 정량으로 확인하고 전략을 바꿔라 — 신호 소진을 확인한 뒤 "더 좋은 모델 찾기"에서 "리더보드 프로브"로 전환했다.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최고 0.6280  ·  결과 장부: reports/experiment_queue.md  ·  전 과정: git log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2026-08-07T04:55:17Z</dcterms:created>
  <dcterms:modified xsi:type="dcterms:W3CDTF">2026-08-07T04:55:17Z</dcterms:modified>
</cp:coreProperties>
</file>